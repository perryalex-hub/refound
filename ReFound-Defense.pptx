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754880" cy="475488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6312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8686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ReFound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118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Campus Lost &amp; Found Management System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062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 group chats to searchable reports, automatic matching, and verified returns.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806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300" b="1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</a:t>
            </a:r>
            <a:endParaRPr lang="en-US" sz="1300" dirty="0">
              <a:solidFill>
                <a:srgbClr val="AFC9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something on campus is common. Getting it back is not.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Lost-and-found today runs on WhatsApp groups and notice boards. Reports scroll away within hours or hang where nobody looks twice — so items go unrecovered even when both parties have reported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538728" cy="2926080"/>
          </a:xfrm>
          <a:prstGeom prst="roundRect">
            <a:avLst>
              <a:gd name="adj" fmla="val 2500"/>
            </a:avLst>
          </a:prstGeom>
          <a:solidFill>
            <a:srgbClr val="EBF5F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8803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044952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74904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searchable record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24528"/>
            <a:ext cx="2898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buried in informal chats. There is no way to search past posts or filter by category, location, or date.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1688" y="2560320"/>
            <a:ext cx="3538728" cy="2926080"/>
          </a:xfrm>
          <a:prstGeom prst="roundRect">
            <a:avLst>
              <a:gd name="adj" fmla="val 2500"/>
            </a:avLst>
          </a:prstGeom>
          <a:solidFill>
            <a:srgbClr val="EBF5F4"/>
          </a:solidFill>
          <a:ln/>
        </p:spPr>
      </p:sp>
      <p:sp>
        <p:nvSpPr>
          <p:cNvPr id="11" name="Shape 8"/>
          <p:cNvSpPr/>
          <p:nvPr/>
        </p:nvSpPr>
        <p:spPr>
          <a:xfrm>
            <a:off x="4681728" y="28803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449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81728" y="374904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matching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81728" y="4224528"/>
            <a:ext cx="2898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 report and its matching found report can coexist without either party ever finding out about the other.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74736" y="2560320"/>
            <a:ext cx="3538728" cy="2926080"/>
          </a:xfrm>
          <a:prstGeom prst="roundRect">
            <a:avLst>
              <a:gd name="adj" fmla="val 2500"/>
            </a:avLst>
          </a:prstGeom>
          <a:solidFill>
            <a:srgbClr val="EBF5F4"/>
          </a:solidFill>
          <a:ln/>
        </p:spPr>
      </p:sp>
      <p:sp>
        <p:nvSpPr>
          <p:cNvPr id="16" name="Shape 12"/>
          <p:cNvSpPr/>
          <p:nvPr/>
        </p:nvSpPr>
        <p:spPr>
          <a:xfrm>
            <a:off x="8494776" y="28803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368" y="304495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94776" y="374904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 contact path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94776" y="4224528"/>
            <a:ext cx="2898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Finders and owners have no verified way to reach each other — and a public photo lets anyone fake a claim.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“Items go unrecovered even when both parties have reported them — they simply never find out about each other.”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ReFound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a group chat cannot offer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EBF5F4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23289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00400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structured record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23360"/>
            <a:ext cx="2898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lost and found report captured with category, location, date, and photos — browsable and filterable by the whole campus.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61688" y="173736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07333B"/>
          </a:solidFill>
          <a:ln/>
        </p:spPr>
      </p:sp>
      <p:sp>
        <p:nvSpPr>
          <p:cNvPr id="10" name="Shape 7"/>
          <p:cNvSpPr/>
          <p:nvPr/>
        </p:nvSpPr>
        <p:spPr>
          <a:xfrm>
            <a:off x="4681728" y="210312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585" y="232897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81728" y="3200400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matching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81728" y="4023360"/>
            <a:ext cx="2898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reports are scored against the opposite pool. Likely owners are notified instead of relying on someone to spot the pair.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74736" y="173736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EBF5F4"/>
          </a:solidFill>
          <a:ln/>
        </p:spPr>
      </p:sp>
      <p:sp>
        <p:nvSpPr>
          <p:cNvPr id="15" name="Shape 11"/>
          <p:cNvSpPr/>
          <p:nvPr/>
        </p:nvSpPr>
        <p:spPr>
          <a:xfrm>
            <a:off x="8494776" y="21031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633" y="232897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94776" y="3200400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handover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94776" y="4023360"/>
            <a:ext cx="2898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are exchanged only after an administrator confirms ownership against evidence — never posted publicly.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raise the recovery rate by connecting reports that already exist.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loss to verified return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EBF5F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0253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loss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2432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logs what they lost, roughly where and when.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EBF5F4"/>
          </a:solidFill>
          <a:ln/>
        </p:spPr>
      </p:sp>
      <p:sp>
        <p:nvSpPr>
          <p:cNvPr id="10" name="Shape 8"/>
          <p:cNvSpPr/>
          <p:nvPr/>
        </p:nvSpPr>
        <p:spPr>
          <a:xfrm>
            <a:off x="4636008" y="19659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6008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67528" y="200253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find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62432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finder registers the item — plus one private question only the real owner could answer.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74736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EBF5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449056" y="19659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49056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200253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262432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scores new reports against the opposite pool and notifies likely owners.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EBF5F4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4281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6460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describes the item's distinguishing features, with optional proof.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61688" y="393192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EBF5F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36008" y="42062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36008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367528" y="424281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86460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compares the claim against the finder's private answer — approve or reject, with a logged reason.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74736" y="393192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EBF5F4"/>
          </a:solidFill>
          <a:ln/>
        </p:spPr>
      </p:sp>
      <p:sp>
        <p:nvSpPr>
          <p:cNvPr id="30" name="Shape 28"/>
          <p:cNvSpPr/>
          <p:nvPr/>
        </p:nvSpPr>
        <p:spPr>
          <a:xfrm>
            <a:off x="8449056" y="42062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49056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180576" y="424281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449056" y="4864608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are released both ways; both parties confirm the return.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listings are deliberately non-specific — enough for the owner to recognise their property, not enough to fake a claim.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Matching Engine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weighted, explainable score for every lost/found pair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EBF5F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819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8928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category agreement between the two reports.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566928" cy="566928"/>
          </a:xfrm>
          <a:prstGeom prst="ellipse">
            <a:avLst/>
          </a:prstGeom>
          <a:solidFill>
            <a:srgbClr val="EBF5F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700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plausibility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8254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item found after it was plausibly lost?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465576"/>
            <a:ext cx="566928" cy="566928"/>
          </a:xfrm>
          <a:prstGeom prst="ellipse">
            <a:avLst/>
          </a:prstGeom>
          <a:solidFill>
            <a:srgbClr val="EBF5F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0273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4472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proximity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7581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the reported locations are on campus.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398264"/>
            <a:ext cx="566928" cy="566928"/>
          </a:xfrm>
          <a:prstGeom prst="ellipse">
            <a:avLst/>
          </a:prstGeom>
          <a:solidFill>
            <a:srgbClr val="EBF5F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53542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3799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similarity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46908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description matching via PostgreSQL trigram similarity (pg_trgm).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330952"/>
            <a:ext cx="566928" cy="566928"/>
          </a:xfrm>
          <a:prstGeom prst="ellipse">
            <a:avLst/>
          </a:prstGeom>
          <a:solidFill>
            <a:srgbClr val="EBF5F4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468112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53126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280160" y="5623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Category-specific fields — e.g. a laptop's serial number — stored as JSONB.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675120" y="160020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07333B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69494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Σ(weight · value) / Σ(weight)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2377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 over the signals available for that pair. Missing signals are dropped and the rest renormalised — a pair without location data can still score highly on time and text.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675120" y="365760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EBF5F4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6949440" y="38404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threshold: 0.55.  </a:t>
            </a: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 → noise, owners stop reading emails. Too high → real matches never surface.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675120" y="502920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EBF5F4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6949440" y="519379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&amp; tunable.  </a:t>
            </a: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keeps its per-signal breakdown; weights live in configuration so they can be re-tuned on real campus data without a redeploy.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Against Abuse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system is only useful if it cannot be gamed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7209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3619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identity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83664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are required to post; one verified personal email, unique matric and phone number per account — one person cannot hold several.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2708453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52374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vague listings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87121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listings omit identifying detail; high-value categories hide photos until a claim is approved, so no one can fake a convincing claim.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529584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3696005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51129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verification evidence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385876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finder's private question is compared against the claimant's description — two independent pieces of evidence, not one admin's judgement.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517136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1" y="4683557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49884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contact release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48463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approval, both parties receive each other's details — one-way release would strand the finder holding the item.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50468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1" y="5671109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548640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417320" y="583387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is logged append-only: who approved what, when, and why. Claims are contestable, so the record must be permanent.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client–server split: all decisions live in the backend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EBF5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591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4871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4140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TypeScript + Tailwind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client of the API — no direct database access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26864" y="210312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EBF5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01184" y="23591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4871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86984" y="24140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901184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Java 21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verification, and all authorization decisions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522208" y="210312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EBF5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96528" y="235915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4" y="248716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82328" y="24140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796528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· Flyway migrations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pg_trgm · full-text search · JSONB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712464" y="2788920"/>
            <a:ext cx="868680" cy="36576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352044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607808" y="2788920"/>
            <a:ext cx="868680" cy="365760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40664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31520" y="45720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6E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87552" y="4773168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987552" y="51206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refresh tokens; stateless Spring Security filter chain.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434840" y="45720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6E5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690872" y="4773168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as code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4690872" y="51206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 change is a Flyway migration — reproducible from zero.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138160" y="457200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6E5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394192" y="4773168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doing real work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8394192" y="5120640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matching, search, and flexible attributes handled in PostgreSQL, not application code.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79192" cy="3108960"/>
          </a:xfrm>
          <a:prstGeom prst="roundRect">
            <a:avLst>
              <a:gd name="adj" fmla="val 2730"/>
            </a:avLst>
          </a:prstGeom>
          <a:solidFill>
            <a:srgbClr val="EBF5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9842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10712" y="1554480"/>
            <a:ext cx="2679192" cy="3108960"/>
          </a:xfrm>
          <a:prstGeom prst="roundRect">
            <a:avLst>
              <a:gd name="adj" fmla="val 2730"/>
            </a:avLst>
          </a:prstGeom>
          <a:solidFill>
            <a:srgbClr val="EBF5F4"/>
          </a:solidFill>
          <a:ln/>
        </p:spPr>
      </p:sp>
      <p:sp>
        <p:nvSpPr>
          <p:cNvPr id="9" name="Shape 6"/>
          <p:cNvSpPr/>
          <p:nvPr/>
        </p:nvSpPr>
        <p:spPr>
          <a:xfrm>
            <a:off x="3685032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9842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85032" y="265176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85032" y="310896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Spring Boot 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72784" y="1554480"/>
            <a:ext cx="2679192" cy="3108960"/>
          </a:xfrm>
          <a:prstGeom prst="roundRect">
            <a:avLst>
              <a:gd name="adj" fmla="val 2730"/>
            </a:avLst>
          </a:prstGeom>
          <a:solidFill>
            <a:srgbClr val="EBF5F4"/>
          </a:solidFill>
          <a:ln/>
        </p:spPr>
      </p:sp>
      <p:sp>
        <p:nvSpPr>
          <p:cNvPr id="14" name="Shape 10"/>
          <p:cNvSpPr/>
          <p:nvPr/>
        </p:nvSpPr>
        <p:spPr>
          <a:xfrm>
            <a:off x="6547104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19842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47104" y="265176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47104" y="310896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Neon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migrations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pg_trgm · FTS · JSONB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134856" y="1554480"/>
            <a:ext cx="2679192" cy="3108960"/>
          </a:xfrm>
          <a:prstGeom prst="roundRect">
            <a:avLst>
              <a:gd name="adj" fmla="val 2730"/>
            </a:avLst>
          </a:prstGeom>
          <a:solidFill>
            <a:srgbClr val="EBF5F4"/>
          </a:solidFill>
          <a:ln/>
        </p:spPr>
      </p:sp>
      <p:sp>
        <p:nvSpPr>
          <p:cNvPr id="19" name="Shape 14"/>
          <p:cNvSpPr/>
          <p:nvPr/>
        </p:nvSpPr>
        <p:spPr>
          <a:xfrm>
            <a:off x="9409176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4624" y="198424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409176" y="265176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delivery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409176" y="3108960"/>
            <a:ext cx="2221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refresh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accounts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Status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and functional end-to-end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58384" cy="3657600"/>
          </a:xfrm>
          <a:prstGeom prst="roundRect">
            <a:avLst>
              <a:gd name="adj" fmla="val 2000"/>
            </a:avLst>
          </a:prstGeom>
          <a:solidFill>
            <a:srgbClr val="EBF5F4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74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84248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743200"/>
            <a:ext cx="462686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lost / found items with category, location, date, photos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search, and filter all active reports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match notifications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ownership claims with evidence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 for reports, claims, matches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81928" y="1600200"/>
            <a:ext cx="5358384" cy="3657600"/>
          </a:xfrm>
          <a:prstGeom prst="roundRect">
            <a:avLst>
              <a:gd name="adj" fmla="val 2000"/>
            </a:avLst>
          </a:prstGeom>
          <a:solidFill>
            <a:srgbClr val="EBF5F4"/>
          </a:solidFill>
          <a:ln/>
        </p:spPr>
      </p:sp>
      <p:sp>
        <p:nvSpPr>
          <p:cNvPr id="10" name="Shape 7"/>
          <p:cNvSpPr/>
          <p:nvPr/>
        </p:nvSpPr>
        <p:spPr>
          <a:xfrm>
            <a:off x="6574536" y="1874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957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79208" y="1984248"/>
            <a:ext cx="3986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administrators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47688" y="2743200"/>
            <a:ext cx="462686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review queue with side-by-side evidence comparison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request more info — every action logged with a reason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moderation and abuse handling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 of state changes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Recovery-rate and activity reporting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7333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7424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5742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deployment:  </a:t>
            </a:r>
            <a:r>
              <a:rPr lang="en-US" sz="1300" dirty="0">
                <a:solidFill>
                  <a:srgbClr val="C9D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on Render + Neon PostgreSQL  ·  interactive Swagger docs in development  ·  MIT-licensed, open source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3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38912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ReFound demonstrates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5212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platform recovers items that informal channels lose — by connecting reports that already exist.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can be automatic, explainable, and tunable against real data.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a design problem: vague listings, independent evidence, and an immutable audit trail make claims verifiable.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87452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delivery: account verification, password reset, and match notifications beyond in-app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evidence uploads (photo proof at claim time)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item listing and richer moderation tooling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matching weights and threshold against real campus data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on campus and measure recovery rate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5349240"/>
            <a:ext cx="106984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623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1122</Words>
  <Application>Microsoft Office PowerPoint</Application>
  <PresentationFormat>Widescreen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Temi</cp:lastModifiedBy>
  <cp:revision>4</cp:revision>
  <dcterms:created xsi:type="dcterms:W3CDTF">2026-09-01T12:17:20Z</dcterms:created>
  <dcterms:modified xsi:type="dcterms:W3CDTF">2026-09-02T05:30:37Z</dcterms:modified>
</cp:coreProperties>
</file>